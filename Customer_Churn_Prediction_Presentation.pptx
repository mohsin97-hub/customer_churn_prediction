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243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0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3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41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1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9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3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1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74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4138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98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2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17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27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5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00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 dirty="0"/>
              <a:t>Customer Chu</a:t>
            </a:r>
            <a:r>
              <a:rPr sz="5400" dirty="0"/>
              <a:t>r</a:t>
            </a:r>
            <a:r>
              <a:rPr sz="6000" dirty="0"/>
              <a:t>n Prediction for a Telecom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Predicting which customers are likely to leave using machine learning</a:t>
            </a:r>
          </a:p>
          <a:p>
            <a:r>
              <a:t>Presented by: Mohsin Khan | Data Science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Predicting Churn Matters?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Losing customers = losing revenue 💸</a:t>
            </a:r>
          </a:p>
          <a:p>
            <a:r>
              <a:t>• Early prediction = targeted retention strategies 📲</a:t>
            </a:r>
          </a:p>
          <a:p>
            <a:r>
              <a:t>• Goal: Predict churn and identify key drivers using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~</a:t>
            </a:r>
            <a:r>
              <a:rPr lang="en-US" dirty="0"/>
              <a:t>2000</a:t>
            </a:r>
            <a:r>
              <a:rPr dirty="0"/>
              <a:t> customer records from a telecom company</a:t>
            </a:r>
          </a:p>
          <a:p>
            <a:r>
              <a:rPr dirty="0"/>
              <a:t>• Features include:</a:t>
            </a:r>
          </a:p>
          <a:p>
            <a:r>
              <a:rPr dirty="0"/>
              <a:t>  - Customer demographics</a:t>
            </a:r>
          </a:p>
          <a:p>
            <a:r>
              <a:rPr dirty="0"/>
              <a:t>  - Subscription info</a:t>
            </a:r>
          </a:p>
          <a:p>
            <a:r>
              <a:rPr dirty="0"/>
              <a:t>  - Payment details</a:t>
            </a:r>
          </a:p>
          <a:p>
            <a:r>
              <a:rPr dirty="0"/>
              <a:t>  - Churn label (target)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Detected class imbalance → Churn = 26%</a:t>
            </a:r>
          </a:p>
          <a:p>
            <a:r>
              <a:t>• Higher churn observed in:</a:t>
            </a:r>
          </a:p>
          <a:p>
            <a:r>
              <a:t>  - Month-to-month contracts</a:t>
            </a:r>
          </a:p>
          <a:p>
            <a:r>
              <a:t>  - Customers with fiber optic internet</a:t>
            </a:r>
          </a:p>
          <a:p>
            <a:r>
              <a:t>  - High monthly charges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Handled missing values</a:t>
            </a:r>
          </a:p>
          <a:p>
            <a:r>
              <a:t>• Encoded categorical variables (Label + OneHot)</a:t>
            </a:r>
          </a:p>
          <a:p>
            <a:r>
              <a:t>• Applied SMOTE for balancing classes</a:t>
            </a:r>
          </a:p>
          <a:p>
            <a:r>
              <a:t>• Feature scaled where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Created tenure in years</a:t>
            </a:r>
          </a:p>
          <a:p>
            <a:r>
              <a:t>• Combined MonthlyCharges + tenure → avg lifetime value</a:t>
            </a:r>
          </a:p>
          <a:p>
            <a:r>
              <a:t>• Selected relevant features for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Model                | Accuracy | Precision | Recall | F1 Score | ROC AUC</a:t>
            </a:r>
          </a:p>
          <a:p>
            <a:r>
              <a:t>---------------------|----------|-----------|--------|----------|--------</a:t>
            </a:r>
          </a:p>
          <a:p>
            <a:r>
              <a:t>Logistic Regression  | 0.63     | 0.40      | 0.30   | 0.34     | 0.56</a:t>
            </a:r>
          </a:p>
          <a:p>
            <a:r>
              <a:t>Random Forest        | 0.62     | 0.30      | 0.13   | 0.18     | 0.57</a:t>
            </a:r>
          </a:p>
          <a:p>
            <a:r>
              <a:t>Gradient Boosting    | 0.62     | 0.37      | 0.27   | 0.32     | 0.55</a:t>
            </a:r>
          </a:p>
          <a:p>
            <a:r>
              <a:t>Tuned RF (final)     | 0.63     | 0.38      | 0.23   | 0.28     | 0.57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Tuned Random Forest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Accuracy: 63%</a:t>
            </a:r>
          </a:p>
          <a:p>
            <a:r>
              <a:t>• ROC AUC: 0.57</a:t>
            </a:r>
          </a:p>
          <a:p>
            <a:r>
              <a:t>• Confusion Matrix:</a:t>
            </a:r>
          </a:p>
          <a:p>
            <a:r>
              <a:t>  - True Negatives: 221</a:t>
            </a:r>
          </a:p>
          <a:p>
            <a:r>
              <a:t>  - True Positives: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Customers with month-to-month contracts → high churn risk</a:t>
            </a:r>
          </a:p>
          <a:p>
            <a:r>
              <a:t>• Higher charges = higher churn probability</a:t>
            </a:r>
          </a:p>
          <a:p>
            <a:r>
              <a:t>• Tenure is a strong negative predictor of churn</a:t>
            </a:r>
          </a:p>
          <a:p>
            <a:r>
              <a:t>Actionable Suggestion:</a:t>
            </a:r>
          </a:p>
          <a:p>
            <a:r>
              <a:t>“Focus retention offers on high-churn segments like new customers and fiber users with month-to-month contracts.”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+ 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recall using cost-sensitive learning or XGBoost</a:t>
            </a:r>
          </a:p>
          <a:p>
            <a:r>
              <a:t>• Consider customer sentiment data in future modeling</a:t>
            </a:r>
          </a:p>
          <a:p>
            <a:r>
              <a:t>• Build dashboard for churn monitoring</a:t>
            </a:r>
          </a:p>
          <a:p>
            <a:r>
              <a:t>🧠 Questions?</a:t>
            </a:r>
          </a:p>
          <a:p>
            <a:r>
              <a:t>👨‍💻 Let's talk data!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362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Customer Churn Prediction for a Telecom Company</vt:lpstr>
      <vt:lpstr>Why Predicting Churn Matters?</vt:lpstr>
      <vt:lpstr>Understanding the Data</vt:lpstr>
      <vt:lpstr>Exploratory Data Analysis (EDA)</vt:lpstr>
      <vt:lpstr>Data Cleaning &amp; Preprocessing</vt:lpstr>
      <vt:lpstr>Feature Engineering</vt:lpstr>
      <vt:lpstr>Model Performance Comparison</vt:lpstr>
      <vt:lpstr>Tuned Random Forest Results</vt:lpstr>
      <vt:lpstr>Insights &amp; Business Impact</vt:lpstr>
      <vt:lpstr>Next Steps + 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MOHSINKHAN</dc:creator>
  <cp:keywords/>
  <dc:description>generated using python-pptx</dc:description>
  <cp:lastModifiedBy>Mohsin Khan</cp:lastModifiedBy>
  <cp:revision>2</cp:revision>
  <dcterms:created xsi:type="dcterms:W3CDTF">2013-01-27T09:14:16Z</dcterms:created>
  <dcterms:modified xsi:type="dcterms:W3CDTF">2025-05-20T04:01:42Z</dcterms:modified>
  <cp:category/>
</cp:coreProperties>
</file>